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24384000" cy="13716000"/>
  <p:notesSz cx="6858000" cy="9144000"/>
  <p:embeddedFontLst>
    <p:embeddedFont>
      <p:font typeface="SF_HailSnow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5.png" Type="http://schemas.openxmlformats.org/officeDocument/2006/relationships/image"/><Relationship Id="rId15" Target="../media/image38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29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16" Target="../media/image52.png" Type="http://schemas.openxmlformats.org/officeDocument/2006/relationships/image"/><Relationship Id="rId17" Target="../media/image53.png" Type="http://schemas.openxmlformats.org/officeDocument/2006/relationships/image"/><Relationship Id="rId18" Target="../media/image54.png" Type="http://schemas.openxmlformats.org/officeDocument/2006/relationships/image"/><Relationship Id="rId19" Target="../media/image55.png" Type="http://schemas.openxmlformats.org/officeDocument/2006/relationships/image"/><Relationship Id="rId2" Target="../media/image39.png" Type="http://schemas.openxmlformats.org/officeDocument/2006/relationships/image"/><Relationship Id="rId20" Target="../media/image56.png" Type="http://schemas.openxmlformats.org/officeDocument/2006/relationships/image"/><Relationship Id="rId21" Target="../media/image57.png" Type="http://schemas.openxmlformats.org/officeDocument/2006/relationships/image"/><Relationship Id="rId22" Target="../media/image28.png" Type="http://schemas.openxmlformats.org/officeDocument/2006/relationships/image"/><Relationship Id="rId23" Target="../media/image58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12" Target="../media/image64.png" Type="http://schemas.openxmlformats.org/officeDocument/2006/relationships/image"/><Relationship Id="rId13" Target="../media/image65.png" Type="http://schemas.openxmlformats.org/officeDocument/2006/relationships/image"/><Relationship Id="rId14" Target="../media/image66.png" Type="http://schemas.openxmlformats.org/officeDocument/2006/relationships/image"/><Relationship Id="rId15" Target="../media/image67.png" Type="http://schemas.openxmlformats.org/officeDocument/2006/relationships/image"/><Relationship Id="rId16" Target="../media/image68.png" Type="http://schemas.openxmlformats.org/officeDocument/2006/relationships/image"/><Relationship Id="rId17" Target="../media/image69.png" Type="http://schemas.openxmlformats.org/officeDocument/2006/relationships/image"/><Relationship Id="rId18" Target="../media/image70.png" Type="http://schemas.openxmlformats.org/officeDocument/2006/relationships/image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22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Relationship Id="rId8" Target="../media/image29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png" Type="http://schemas.openxmlformats.org/officeDocument/2006/relationships/image"/><Relationship Id="rId12" Target="../media/image79.png" Type="http://schemas.openxmlformats.org/officeDocument/2006/relationships/image"/><Relationship Id="rId13" Target="../media/image80.png" Type="http://schemas.openxmlformats.org/officeDocument/2006/relationships/image"/><Relationship Id="rId14" Target="../media/image81.png" Type="http://schemas.openxmlformats.org/officeDocument/2006/relationships/image"/><Relationship Id="rId15" Target="../media/image82.png" Type="http://schemas.openxmlformats.org/officeDocument/2006/relationships/image"/><Relationship Id="rId16" Target="../media/image83.png" Type="http://schemas.openxmlformats.org/officeDocument/2006/relationships/image"/><Relationship Id="rId17" Target="../media/image84.png" Type="http://schemas.openxmlformats.org/officeDocument/2006/relationships/image"/><Relationship Id="rId18" Target="../media/image85.png" Type="http://schemas.openxmlformats.org/officeDocument/2006/relationships/image"/><Relationship Id="rId19" Target="../media/image86.png" Type="http://schemas.openxmlformats.org/officeDocument/2006/relationships/image"/><Relationship Id="rId2" Target="../media/image71.png" Type="http://schemas.openxmlformats.org/officeDocument/2006/relationships/image"/><Relationship Id="rId20" Target="../media/image87.png" Type="http://schemas.openxmlformats.org/officeDocument/2006/relationships/image"/><Relationship Id="rId21" Target="../media/image88.png" Type="http://schemas.openxmlformats.org/officeDocument/2006/relationships/image"/><Relationship Id="rId22" Target="../media/image89.pn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29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png" Type="http://schemas.openxmlformats.org/officeDocument/2006/relationships/image"/><Relationship Id="rId11" Target="../media/image95.png" Type="http://schemas.openxmlformats.org/officeDocument/2006/relationships/image"/><Relationship Id="rId12" Target="../media/image96.png" Type="http://schemas.openxmlformats.org/officeDocument/2006/relationships/image"/><Relationship Id="rId13" Target="../media/image97.png" Type="http://schemas.openxmlformats.org/officeDocument/2006/relationships/image"/><Relationship Id="rId14" Target="../media/image98.png" Type="http://schemas.openxmlformats.org/officeDocument/2006/relationships/image"/><Relationship Id="rId2" Target="../media/image39.png" Type="http://schemas.openxmlformats.org/officeDocument/2006/relationships/image"/><Relationship Id="rId3" Target="../media/image90.png" Type="http://schemas.openxmlformats.org/officeDocument/2006/relationships/image"/><Relationship Id="rId4" Target="../media/image91.png" Type="http://schemas.openxmlformats.org/officeDocument/2006/relationships/image"/><Relationship Id="rId5" Target="../media/image92.png" Type="http://schemas.openxmlformats.org/officeDocument/2006/relationships/image"/><Relationship Id="rId6" Target="../media/image9.png" Type="http://schemas.openxmlformats.org/officeDocument/2006/relationships/image"/><Relationship Id="rId7" Target="../media/image38.png" Type="http://schemas.openxmlformats.org/officeDocument/2006/relationships/image"/><Relationship Id="rId8" Target="../media/image2.png" Type="http://schemas.openxmlformats.org/officeDocument/2006/relationships/image"/><Relationship Id="rId9" Target="../media/image9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11" Target="../media/image103.png" Type="http://schemas.openxmlformats.org/officeDocument/2006/relationships/image"/><Relationship Id="rId12" Target="../media/image104.png" Type="http://schemas.openxmlformats.org/officeDocument/2006/relationships/image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36.pn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Relationship Id="rId7" Target="../media/image101.png" Type="http://schemas.openxmlformats.org/officeDocument/2006/relationships/image"/><Relationship Id="rId8" Target="../media/image2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10.png" Type="http://schemas.openxmlformats.org/officeDocument/2006/relationships/image"/><Relationship Id="rId12" Target="../media/image112.png" Type="http://schemas.openxmlformats.org/officeDocument/2006/relationships/image"/><Relationship Id="rId13" Target="../media/image113.png" Type="http://schemas.openxmlformats.org/officeDocument/2006/relationships/image"/><Relationship Id="rId2" Target="../media/image105.png" Type="http://schemas.openxmlformats.org/officeDocument/2006/relationships/image"/><Relationship Id="rId3" Target="../media/image2.png" Type="http://schemas.openxmlformats.org/officeDocument/2006/relationships/image"/><Relationship Id="rId4" Target="../media/image36.png" Type="http://schemas.openxmlformats.org/officeDocument/2006/relationships/image"/><Relationship Id="rId5" Target="../media/image106.png" Type="http://schemas.openxmlformats.org/officeDocument/2006/relationships/image"/><Relationship Id="rId6" Target="../media/image107.png" Type="http://schemas.openxmlformats.org/officeDocument/2006/relationships/image"/><Relationship Id="rId7" Target="../media/image108.png" Type="http://schemas.openxmlformats.org/officeDocument/2006/relationships/image"/><Relationship Id="rId8" Target="../media/image109.png" Type="http://schemas.openxmlformats.org/officeDocument/2006/relationships/image"/><Relationship Id="rId9" Target="../media/image1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C07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44600" y="1181100"/>
            <a:ext cx="21996400" cy="1270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908300" y="8153400"/>
            <a:ext cx="93853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73300" y="1651000"/>
            <a:ext cx="342900" cy="34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82900" y="1651000"/>
            <a:ext cx="342900" cy="342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492500" y="1651000"/>
            <a:ext cx="342900" cy="342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02100" y="1651000"/>
            <a:ext cx="342900" cy="342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098800" y="5854700"/>
            <a:ext cx="1587500" cy="132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99100" y="6324600"/>
            <a:ext cx="342900" cy="34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146800" y="6324600"/>
            <a:ext cx="342900" cy="342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22110700" y="7543800"/>
            <a:ext cx="6845300" cy="241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22110700" y="8521700"/>
            <a:ext cx="6845300" cy="241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22110700" y="9499600"/>
            <a:ext cx="6845300" cy="241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>
            <a:alphaModFix amt="15000"/>
          </a:blip>
          <a:stretch>
            <a:fillRect/>
          </a:stretch>
        </p:blipFill>
        <p:spPr>
          <a:xfrm rot="-3180000">
            <a:off x="17360900" y="11252200"/>
            <a:ext cx="3302000" cy="2755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274300" y="3860800"/>
            <a:ext cx="39497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274300" y="4648200"/>
            <a:ext cx="3949700" cy="139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984500" y="3454400"/>
            <a:ext cx="6769100" cy="2032000"/>
          </a:xfrm>
          <a:prstGeom prst="rect">
            <a:avLst/>
          </a:prstGeom>
        </p:spPr>
        <p:txBody>
          <a:bodyPr anchor="t" rtlCol="false" lIns="0" tIns="145509" rIns="0" bIns="0"/>
          <a:lstStyle/>
          <a:p>
            <a:pPr algn="l" lvl="0">
              <a:lnSpc>
                <a:spcPct val="99600"/>
              </a:lnSpc>
            </a:pPr>
            <a:r>
              <a:rPr lang="en-US" sz="11457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프로그래밍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75500" y="5499100"/>
            <a:ext cx="9080500" cy="2032000"/>
          </a:xfrm>
          <a:prstGeom prst="rect">
            <a:avLst/>
          </a:prstGeom>
        </p:spPr>
        <p:txBody>
          <a:bodyPr anchor="t" rtlCol="false" lIns="0" tIns="145509" rIns="0" bIns="0"/>
          <a:lstStyle/>
          <a:p>
            <a:pPr algn="l" lvl="0">
              <a:lnSpc>
                <a:spcPct val="99600"/>
              </a:lnSpc>
            </a:pPr>
            <a:r>
              <a:rPr lang="en-US" sz="11457" b="false" i="false" u="none" strike="noStrike" spc="-1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프로젝트를 위한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19800" y="7556500"/>
            <a:ext cx="8369300" cy="2032000"/>
          </a:xfrm>
          <a:prstGeom prst="rect">
            <a:avLst/>
          </a:prstGeom>
        </p:spPr>
        <p:txBody>
          <a:bodyPr anchor="t" rtlCol="false" lIns="0" tIns="145509" rIns="0" bIns="0"/>
          <a:lstStyle/>
          <a:p>
            <a:pPr algn="l" lvl="0">
              <a:lnSpc>
                <a:spcPct val="99600"/>
              </a:lnSpc>
            </a:pPr>
            <a:r>
              <a:rPr lang="en-US" sz="11457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기획안 템플릿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89200" y="3162300"/>
            <a:ext cx="1016000" cy="2616200"/>
          </a:xfrm>
          <a:prstGeom prst="rect">
            <a:avLst/>
          </a:prstGeom>
        </p:spPr>
        <p:txBody>
          <a:bodyPr anchor="t" rtlCol="false" lIns="0" tIns="186652" rIns="0" bIns="0"/>
          <a:lstStyle/>
          <a:p>
            <a:pPr algn="l" lvl="0">
              <a:lnSpc>
                <a:spcPct val="99600"/>
              </a:lnSpc>
            </a:pPr>
            <a:r>
              <a:rPr lang="en-US" sz="14696" b="false" i="false" u="none" strike="noStrike" spc="-200">
                <a:solidFill>
                  <a:srgbClr val="DC56A9"/>
                </a:solidFill>
                <a:latin typeface="SF_HailSnow"/>
                <a:ea typeface="SF_HailSnow"/>
                <a:cs typeface="SF_HailSnow"/>
              </a:rPr>
              <a:t>{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17700" y="7404100"/>
            <a:ext cx="2006600" cy="3733800"/>
          </a:xfrm>
          <a:prstGeom prst="rect">
            <a:avLst/>
          </a:prstGeom>
        </p:spPr>
        <p:txBody>
          <a:bodyPr anchor="t" rtlCol="false" lIns="0" tIns="266673" rIns="0" bIns="0"/>
          <a:lstStyle/>
          <a:p>
            <a:pPr algn="l" lvl="0">
              <a:lnSpc>
                <a:spcPct val="99600"/>
              </a:lnSpc>
            </a:pPr>
            <a:r>
              <a:rPr lang="en-US" sz="20997" b="false" i="false" u="none" strike="noStrike" spc="-300">
                <a:solidFill>
                  <a:srgbClr val="FF630E"/>
                </a:solidFill>
                <a:latin typeface="SF_HailSnow"/>
                <a:ea typeface="SF_HailSnow"/>
                <a:cs typeface="SF_HailSnow"/>
              </a:rPr>
              <a:t>*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84500" y="7556500"/>
            <a:ext cx="2806700" cy="2032000"/>
          </a:xfrm>
          <a:prstGeom prst="rect">
            <a:avLst/>
          </a:prstGeom>
        </p:spPr>
        <p:txBody>
          <a:bodyPr anchor="t" rtlCol="false" lIns="0" tIns="145509" rIns="0" bIns="0"/>
          <a:lstStyle/>
          <a:p>
            <a:pPr algn="l" lvl="0">
              <a:lnSpc>
                <a:spcPct val="99600"/>
              </a:lnSpc>
            </a:pPr>
            <a:r>
              <a:rPr lang="en-US" sz="11457" b="false" i="false" u="none" strike="noStrike" spc="-2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[     ]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14900" y="1587500"/>
            <a:ext cx="3200400" cy="508000"/>
          </a:xfrm>
          <a:prstGeom prst="rect">
            <a:avLst/>
          </a:prstGeom>
        </p:spPr>
        <p:txBody>
          <a:bodyPr anchor="t" rtlCol="false" lIns="0" tIns="36264" rIns="0" bIns="0"/>
          <a:lstStyle/>
          <a:p>
            <a:pPr algn="l" lvl="0">
              <a:lnSpc>
                <a:spcPct val="99600"/>
              </a:lnSpc>
            </a:pPr>
            <a:r>
              <a:rPr lang="en-US" sz="2855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웹 개발을 위한 기획서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900900" y="1625600"/>
            <a:ext cx="2552700" cy="393700"/>
          </a:xfrm>
          <a:prstGeom prst="rect">
            <a:avLst/>
          </a:prstGeom>
        </p:spPr>
        <p:txBody>
          <a:bodyPr anchor="t" rtlCol="false" lIns="0" tIns="28490" rIns="0" bIns="0"/>
          <a:lstStyle/>
          <a:p>
            <a:pPr algn="r" lvl="0">
              <a:lnSpc>
                <a:spcPct val="99600"/>
              </a:lnSpc>
            </a:pPr>
            <a:r>
              <a:rPr lang="en-US" sz="224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MIRI INTELLIGENCE 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35400" y="10604500"/>
            <a:ext cx="6705600" cy="194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24499"/>
              </a:lnSpc>
            </a:pP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# </a:t>
            </a:r>
            <a:r>
              <a:rPr lang="en-US" sz="3470" b="false" i="false" u="none" strike="noStrike" spc="-100">
                <a:solidFill>
                  <a:srgbClr val="FF630E"/>
                </a:solidFill>
                <a:latin typeface="SF_HailSnow"/>
                <a:ea typeface="SF_HailSnow"/>
                <a:cs typeface="SF_HailSnow"/>
              </a:rPr>
              <a:t>miri intelligence</a:t>
            </a: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 ( )    {</a:t>
            </a:r>
          </a:p>
          <a:p>
            <a:pPr algn="r" lvl="0">
              <a:lnSpc>
                <a:spcPct val="124499"/>
              </a:lnSpc>
            </a:pP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presenter :  = </a:t>
            </a:r>
            <a:r>
              <a:rPr lang="en-US" sz="3470" b="false" i="false" u="none" strike="noStrike" spc="-1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김미리</a:t>
            </a: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 ; / </a:t>
            </a:r>
            <a:r>
              <a:rPr lang="en-US" sz="3470" b="false" i="false" u="none" strike="noStrike" spc="-100">
                <a:solidFill>
                  <a:srgbClr val="43D0AD"/>
                </a:solidFill>
                <a:latin typeface="SF_HailSnow"/>
                <a:ea typeface="SF_HailSnow"/>
                <a:cs typeface="SF_HailSnow"/>
              </a:rPr>
              <a:t>개발팀</a:t>
            </a:r>
          </a:p>
          <a:p>
            <a:pPr algn="r" lvl="0">
              <a:lnSpc>
                <a:spcPct val="124499"/>
              </a:lnSpc>
            </a:pP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 // tel .  </a:t>
            </a:r>
            <a:r>
              <a:rPr lang="en-US" sz="3470" b="false" i="false" u="none" strike="noStrike" spc="-100">
                <a:solidFill>
                  <a:srgbClr val="DC56A9"/>
                </a:solidFill>
                <a:latin typeface="SF_HailSnow"/>
                <a:ea typeface="SF_HailSnow"/>
                <a:cs typeface="SF_HailSnow"/>
              </a:rPr>
              <a:t>010. 0000. 0000</a:t>
            </a: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  -  ]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73400" y="11036300"/>
            <a:ext cx="9296400" cy="571500"/>
          </a:xfrm>
          <a:prstGeom prst="rect">
            <a:avLst/>
          </a:prstGeom>
        </p:spPr>
        <p:txBody>
          <a:bodyPr anchor="t" rtlCol="false" lIns="0" tIns="40577" rIns="0" bIns="0"/>
          <a:lstStyle/>
          <a:p>
            <a:pPr algn="l" lvl="0">
              <a:lnSpc>
                <a:spcPct val="99600"/>
              </a:lnSpc>
            </a:pPr>
            <a:r>
              <a:rPr lang="en-US" sz="3195" b="false" i="false" u="none" strike="noStrike" spc="-100">
                <a:solidFill>
                  <a:srgbClr val="FFFFFF">
                    <a:alpha val="65098"/>
                  </a:srgbClr>
                </a:solidFill>
                <a:latin typeface="SF_HailSnow"/>
                <a:ea typeface="SF_HailSnow"/>
                <a:cs typeface="SF_HailSnow"/>
              </a:rPr>
              <a:t>프레젠테이션에 대한 주제를 간략하게 입력해주세요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73400" y="11823700"/>
            <a:ext cx="9296400" cy="571500"/>
          </a:xfrm>
          <a:prstGeom prst="rect">
            <a:avLst/>
          </a:prstGeom>
        </p:spPr>
        <p:txBody>
          <a:bodyPr anchor="t" rtlCol="false" lIns="0" tIns="40577" rIns="0" bIns="0"/>
          <a:lstStyle/>
          <a:p>
            <a:pPr algn="l" lvl="0">
              <a:lnSpc>
                <a:spcPct val="99600"/>
              </a:lnSpc>
            </a:pPr>
            <a:r>
              <a:rPr lang="en-US" sz="3195" b="false" i="false" u="none" strike="noStrike" spc="-100">
                <a:solidFill>
                  <a:srgbClr val="FFFFFF">
                    <a:alpha val="65098"/>
                  </a:srgbClr>
                </a:solidFill>
                <a:latin typeface="SF_HailSnow"/>
                <a:ea typeface="SF_HailSnow"/>
                <a:cs typeface="SF_HailSnow"/>
              </a:rPr>
              <a:t>프레젠테이션에 대한 주제를 간략하게 입력해주세요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631400" y="-1231900"/>
            <a:ext cx="2527300" cy="6375400"/>
          </a:xfrm>
          <a:prstGeom prst="rect">
            <a:avLst/>
          </a:prstGeom>
        </p:spPr>
        <p:txBody>
          <a:bodyPr anchor="t" rtlCol="false" lIns="0" tIns="454993" rIns="0" bIns="0"/>
          <a:lstStyle/>
          <a:p>
            <a:pPr algn="l" lvl="0">
              <a:lnSpc>
                <a:spcPct val="99600"/>
              </a:lnSpc>
            </a:pPr>
            <a:r>
              <a:rPr lang="en-US" sz="35826" b="false" i="false" u="none" strike="noStrike" spc="-400">
                <a:solidFill>
                  <a:srgbClr val="DC56A9">
                    <a:alpha val="20000"/>
                  </a:srgbClr>
                </a:solidFill>
                <a:latin typeface="SF_HailSnow"/>
                <a:ea typeface="SF_HailSnow"/>
                <a:cs typeface="SF_HailSnow"/>
              </a:rPr>
              <a:t>{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672300" y="3302000"/>
            <a:ext cx="3822700" cy="7099300"/>
          </a:xfrm>
          <a:prstGeom prst="rect">
            <a:avLst/>
          </a:prstGeom>
        </p:spPr>
        <p:txBody>
          <a:bodyPr anchor="t" rtlCol="false" lIns="0" tIns="507146" rIns="0" bIns="0"/>
          <a:lstStyle/>
          <a:p>
            <a:pPr algn="l" lvl="0">
              <a:lnSpc>
                <a:spcPct val="99600"/>
              </a:lnSpc>
            </a:pPr>
            <a:r>
              <a:rPr lang="en-US" sz="39932" b="false" i="false" u="none" strike="noStrike" spc="-500">
                <a:solidFill>
                  <a:srgbClr val="FF630E">
                    <a:alpha val="20000"/>
                  </a:srgbClr>
                </a:solidFill>
                <a:latin typeface="SF_HailSnow"/>
                <a:ea typeface="SF_HailSnow"/>
                <a:cs typeface="SF_HailSnow"/>
              </a:rPr>
              <a:t>*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7900" y="3835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7900" y="5486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7900" y="71247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7900" y="87630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7900" y="12039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7900" y="10388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C07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050000" y="1181100"/>
            <a:ext cx="4191000" cy="1600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4600" y="1181100"/>
            <a:ext cx="17094200" cy="16002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900900" y="1790700"/>
            <a:ext cx="2552700" cy="393700"/>
          </a:xfrm>
          <a:prstGeom prst="rect">
            <a:avLst/>
          </a:prstGeom>
        </p:spPr>
        <p:txBody>
          <a:bodyPr anchor="t" rtlCol="false" lIns="0" tIns="28490" rIns="0" bIns="0"/>
          <a:lstStyle/>
          <a:p>
            <a:pPr algn="r" lvl="0">
              <a:lnSpc>
                <a:spcPct val="99600"/>
              </a:lnSpc>
            </a:pPr>
            <a:r>
              <a:rPr lang="en-US" sz="224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MIRI INTELLIGENCE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43100" y="1460500"/>
            <a:ext cx="48133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CONTENTS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908300" y="8153400"/>
            <a:ext cx="93853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87600" y="3467100"/>
            <a:ext cx="8140700" cy="2501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3467100"/>
            <a:ext cx="11379200" cy="2501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0033000"/>
            <a:ext cx="11379200" cy="2501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49100" y="6756400"/>
            <a:ext cx="11379200" cy="2501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528300" y="4699000"/>
            <a:ext cx="13970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528300" y="7988300"/>
            <a:ext cx="1397000" cy="50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528300" y="11264900"/>
            <a:ext cx="1397000" cy="5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949700" y="4711700"/>
            <a:ext cx="1803400" cy="50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5308600" y="3797300"/>
            <a:ext cx="4686300" cy="400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528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① 프로젝트 개요</a:t>
            </a:r>
          </a:p>
          <a:p>
            <a:pPr algn="l" lvl="0">
              <a:lnSpc>
                <a:spcPct val="124499"/>
              </a:lnSpc>
            </a:pPr>
            <a:r>
              <a:rPr lang="en-US" sz="528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② 프로젝트 기능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19400" y="3937000"/>
            <a:ext cx="1790700" cy="1739900"/>
          </a:xfrm>
          <a:prstGeom prst="rect">
            <a:avLst/>
          </a:prstGeom>
        </p:spPr>
        <p:txBody>
          <a:bodyPr anchor="t" rtlCol="false" lIns="0" tIns="67101" rIns="0" bIns="0"/>
          <a:lstStyle/>
          <a:p>
            <a:pPr algn="l" lvl="0">
              <a:lnSpc>
                <a:spcPct val="99600"/>
              </a:lnSpc>
            </a:pPr>
            <a:r>
              <a:rPr lang="en-US" sz="5283" b="false" i="false" u="none" strike="noStrike" spc="-1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PART</a:t>
            </a:r>
          </a:p>
          <a:p>
            <a:pPr algn="l" lvl="0">
              <a:lnSpc>
                <a:spcPct val="99600"/>
              </a:lnSpc>
            </a:pPr>
            <a:r>
              <a:rPr lang="en-US" sz="5283" b="false" i="false" u="none" strike="noStrike" spc="-1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01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87600" y="6756400"/>
            <a:ext cx="8140700" cy="2501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3949700" y="8001000"/>
            <a:ext cx="1803400" cy="50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5308600" y="7073900"/>
            <a:ext cx="4686300" cy="199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528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③ 기술 스택</a:t>
            </a:r>
          </a:p>
          <a:p>
            <a:pPr algn="l" lvl="0">
              <a:lnSpc>
                <a:spcPct val="124499"/>
              </a:lnSpc>
            </a:pPr>
            <a:r>
              <a:rPr lang="en-US" sz="528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④ 팀원 분담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19400" y="7226300"/>
            <a:ext cx="1790700" cy="1739900"/>
          </a:xfrm>
          <a:prstGeom prst="rect">
            <a:avLst/>
          </a:prstGeom>
        </p:spPr>
        <p:txBody>
          <a:bodyPr anchor="t" rtlCol="false" lIns="0" tIns="67101" rIns="0" bIns="0"/>
          <a:lstStyle/>
          <a:p>
            <a:pPr algn="l" lvl="0">
              <a:lnSpc>
                <a:spcPct val="99600"/>
              </a:lnSpc>
            </a:pPr>
            <a:r>
              <a:rPr lang="en-US" sz="528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PART</a:t>
            </a:r>
          </a:p>
          <a:p>
            <a:pPr algn="l" lvl="0">
              <a:lnSpc>
                <a:spcPct val="99600"/>
              </a:lnSpc>
            </a:pPr>
            <a:r>
              <a:rPr lang="en-US" sz="528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02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87600" y="10033000"/>
            <a:ext cx="8140700" cy="2501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949700" y="11277600"/>
            <a:ext cx="1803400" cy="50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79700" y="1816100"/>
            <a:ext cx="342900" cy="342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989300" y="1816100"/>
            <a:ext cx="342900" cy="342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586200" y="1816100"/>
            <a:ext cx="342900" cy="342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195800" y="1816100"/>
            <a:ext cx="342900" cy="3429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5308600" y="10363200"/>
            <a:ext cx="4686300" cy="199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528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⑤ 개발 일정</a:t>
            </a:r>
          </a:p>
          <a:p>
            <a:pPr algn="l" lvl="0">
              <a:lnSpc>
                <a:spcPct val="124499"/>
              </a:lnSpc>
            </a:pPr>
            <a:r>
              <a:rPr lang="en-US" sz="528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⑥ Q&amp;A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19400" y="10502900"/>
            <a:ext cx="1790700" cy="1739900"/>
          </a:xfrm>
          <a:prstGeom prst="rect">
            <a:avLst/>
          </a:prstGeom>
        </p:spPr>
        <p:txBody>
          <a:bodyPr anchor="t" rtlCol="false" lIns="0" tIns="67101" rIns="0" bIns="0"/>
          <a:lstStyle/>
          <a:p>
            <a:pPr algn="l" lvl="0">
              <a:lnSpc>
                <a:spcPct val="99600"/>
              </a:lnSpc>
            </a:pPr>
            <a:r>
              <a:rPr lang="en-US" sz="5283" b="false" i="false" u="none" strike="noStrike" spc="-1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PART</a:t>
            </a:r>
          </a:p>
          <a:p>
            <a:pPr algn="l" lvl="0">
              <a:lnSpc>
                <a:spcPct val="99600"/>
              </a:lnSpc>
            </a:pPr>
            <a:r>
              <a:rPr lang="en-US" sz="5283" b="false" i="false" u="none" strike="noStrike" spc="-1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22200" y="4038600"/>
            <a:ext cx="74168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865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① 제목에 대한 설명을 입력해주세요.</a:t>
            </a:r>
          </a:p>
          <a:p>
            <a:pPr algn="l" lvl="0">
              <a:lnSpc>
                <a:spcPct val="124499"/>
              </a:lnSpc>
            </a:pPr>
            <a:r>
              <a:rPr lang="en-US" sz="3865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② 제목에 대한 설명을 입력해주세요.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22200" y="7327900"/>
            <a:ext cx="74168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865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③ 제목에 대한 설명을 입력해주세요.</a:t>
            </a:r>
          </a:p>
          <a:p>
            <a:pPr algn="l" lvl="0">
              <a:lnSpc>
                <a:spcPct val="124499"/>
              </a:lnSpc>
            </a:pPr>
            <a:r>
              <a:rPr lang="en-US" sz="3865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④ 제목에 대한 설명을 입력해주세요.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22200" y="10604500"/>
            <a:ext cx="7175500" cy="294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865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⑤ 제목에 대한 설명을 입력해주세요.</a:t>
            </a:r>
          </a:p>
          <a:p>
            <a:pPr algn="l" lvl="0">
              <a:lnSpc>
                <a:spcPct val="124499"/>
              </a:lnSpc>
            </a:pPr>
            <a:r>
              <a:rPr lang="en-US" sz="3865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⑥ 제목에 대한 설명을 입력해주세요.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7900" y="3835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7900" y="5486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7900" y="71247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7900" y="87630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7900" y="12039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7900" y="10388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C07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050000" y="1181100"/>
            <a:ext cx="4191000" cy="1600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4600" y="1181100"/>
            <a:ext cx="17094200" cy="16002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900900" y="1790700"/>
            <a:ext cx="2552700" cy="393700"/>
          </a:xfrm>
          <a:prstGeom prst="rect">
            <a:avLst/>
          </a:prstGeom>
        </p:spPr>
        <p:txBody>
          <a:bodyPr anchor="t" rtlCol="false" lIns="0" tIns="28490" rIns="0" bIns="0"/>
          <a:lstStyle/>
          <a:p>
            <a:pPr algn="r" lvl="0">
              <a:lnSpc>
                <a:spcPct val="99600"/>
              </a:lnSpc>
            </a:pPr>
            <a:r>
              <a:rPr lang="en-US" sz="224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MIRI INTELLIGENCE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43100" y="1460500"/>
            <a:ext cx="31242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 spc="-2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PART 1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908300" y="8153400"/>
            <a:ext cx="93853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3746500"/>
            <a:ext cx="698500" cy="698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87600" y="3467100"/>
            <a:ext cx="7404100" cy="436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20600" y="3467100"/>
            <a:ext cx="10807700" cy="200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20600" y="5829300"/>
            <a:ext cx="10807700" cy="200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20600" y="8191500"/>
            <a:ext cx="10807700" cy="2006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20600" y="10541000"/>
            <a:ext cx="10807700" cy="2006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655300" y="7467600"/>
            <a:ext cx="889000" cy="1092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87600" y="8191500"/>
            <a:ext cx="7404100" cy="436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2832100" y="5219700"/>
            <a:ext cx="65151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2832100" y="9944100"/>
            <a:ext cx="65151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79700" y="1816100"/>
            <a:ext cx="342900" cy="342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989300" y="1816100"/>
            <a:ext cx="342900" cy="342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586200" y="1816100"/>
            <a:ext cx="3429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195800" y="1816100"/>
            <a:ext cx="342900" cy="3429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4876800" y="1384300"/>
            <a:ext cx="1193800" cy="2006600"/>
          </a:xfrm>
          <a:prstGeom prst="rect">
            <a:avLst/>
          </a:prstGeom>
        </p:spPr>
        <p:txBody>
          <a:bodyPr anchor="t" rtlCol="false" lIns="0" tIns="143430" rIns="0" bIns="0"/>
          <a:lstStyle/>
          <a:p>
            <a:pPr algn="l" lvl="0">
              <a:lnSpc>
                <a:spcPct val="99600"/>
              </a:lnSpc>
            </a:pPr>
            <a:r>
              <a:rPr lang="en-US" sz="11293" b="false" i="false" u="none" strike="noStrike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*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32500" y="1460500"/>
            <a:ext cx="47244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프로젝트 개요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7900" y="3835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7900" y="5486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7900" y="71247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7900" y="87630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7900" y="12039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7900" y="10388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25400" y="4051300"/>
            <a:ext cx="102108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98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빅데이터 DB와 연동하여 데이터관리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00000" y="6413500"/>
            <a:ext cx="102616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98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객체 프로그래밍 형식 기반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87300" y="8775700"/>
            <a:ext cx="10299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98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누구나 자유롭게 접근 가능한 웹페이지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85700" y="11125200"/>
            <a:ext cx="104902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98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페이지 별 도메인 분리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78100" y="4089400"/>
            <a:ext cx="69215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프로젝트 명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483100" y="5753100"/>
            <a:ext cx="3225800" cy="166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프로젝트 명을</a:t>
            </a:r>
          </a:p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입력해주세요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90800" y="8775700"/>
            <a:ext cx="68961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개발 일정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356100" y="10464800"/>
            <a:ext cx="34671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06. 01- 09. 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13200" y="11557000"/>
            <a:ext cx="415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3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* 추후 일정이 변경될 수 있습니다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C07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050000" y="1181100"/>
            <a:ext cx="4191000" cy="1600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4600" y="1181100"/>
            <a:ext cx="17094200" cy="160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9271000" y="4470400"/>
            <a:ext cx="7073900" cy="7073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0058400" y="5257800"/>
            <a:ext cx="5511800" cy="551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8597900" y="3797300"/>
            <a:ext cx="8420100" cy="8420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16200000">
            <a:off x="6883400" y="5575300"/>
            <a:ext cx="5207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379700" y="1816100"/>
            <a:ext cx="342900" cy="342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989300" y="1816100"/>
            <a:ext cx="342900" cy="34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586200" y="1816100"/>
            <a:ext cx="342900" cy="342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195800" y="1816100"/>
            <a:ext cx="342900" cy="342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62000" y="5410200"/>
            <a:ext cx="698500" cy="698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387600" y="3467100"/>
            <a:ext cx="9512300" cy="182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387600" y="10731500"/>
            <a:ext cx="9512300" cy="182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387600" y="6565900"/>
            <a:ext cx="9512300" cy="288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-16200000">
            <a:off x="18211800" y="5575300"/>
            <a:ext cx="520700" cy="635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716000" y="6565900"/>
            <a:ext cx="9512300" cy="2882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716000" y="3467100"/>
            <a:ext cx="9512300" cy="1828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716000" y="10731500"/>
            <a:ext cx="9512300" cy="182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10800000">
            <a:off x="2641600" y="9448800"/>
            <a:ext cx="9029700" cy="1193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10800000">
            <a:off x="13957300" y="9448800"/>
            <a:ext cx="9029700" cy="1219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-2908300" y="8153400"/>
            <a:ext cx="9385300" cy="25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-16200000">
            <a:off x="6883400" y="9715500"/>
            <a:ext cx="520700" cy="635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-16200000">
            <a:off x="18211800" y="9715500"/>
            <a:ext cx="520700" cy="6350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9900900" y="1790700"/>
            <a:ext cx="2552700" cy="393700"/>
          </a:xfrm>
          <a:prstGeom prst="rect">
            <a:avLst/>
          </a:prstGeom>
        </p:spPr>
        <p:txBody>
          <a:bodyPr anchor="t" rtlCol="false" lIns="0" tIns="28490" rIns="0" bIns="0"/>
          <a:lstStyle/>
          <a:p>
            <a:pPr algn="r" lvl="0">
              <a:lnSpc>
                <a:spcPct val="99600"/>
              </a:lnSpc>
            </a:pPr>
            <a:r>
              <a:rPr lang="en-US" sz="224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MIRI INTELLIGENCE 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43100" y="1460500"/>
            <a:ext cx="31242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 spc="-2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PART 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7900" y="12039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876800" y="1384300"/>
            <a:ext cx="1193800" cy="2006600"/>
          </a:xfrm>
          <a:prstGeom prst="rect">
            <a:avLst/>
          </a:prstGeom>
        </p:spPr>
        <p:txBody>
          <a:bodyPr anchor="t" rtlCol="false" lIns="0" tIns="143430" rIns="0" bIns="0"/>
          <a:lstStyle/>
          <a:p>
            <a:pPr algn="l" lvl="0">
              <a:lnSpc>
                <a:spcPct val="99600"/>
              </a:lnSpc>
            </a:pPr>
            <a:r>
              <a:rPr lang="en-US" sz="11293" b="false" i="false" u="none" strike="noStrike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*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32500" y="1460500"/>
            <a:ext cx="47244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프로젝트 기능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7900" y="3835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7900" y="5486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7900" y="71247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7900" y="87630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7900" y="10388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705100" y="4051300"/>
            <a:ext cx="89027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게시판 기능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10100" y="7239000"/>
            <a:ext cx="5092700" cy="166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게시판 글 작성 ·  수정 </a:t>
            </a:r>
          </a:p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삭제 ·  열람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67000" y="11303000"/>
            <a:ext cx="89789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게시판 댓글 작성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185900" y="4051300"/>
            <a:ext cx="85852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실시간 채팅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925800" y="7239000"/>
            <a:ext cx="5092700" cy="166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친구 추가 및</a:t>
            </a:r>
          </a:p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실시간 채팅 보내기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033500" y="11303000"/>
            <a:ext cx="89027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메시지 열람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C07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050000" y="1181100"/>
            <a:ext cx="4191000" cy="1600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4600" y="1181100"/>
            <a:ext cx="17094200" cy="160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79700" y="1816100"/>
            <a:ext cx="342900" cy="34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989300" y="1816100"/>
            <a:ext cx="342900" cy="342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86200" y="1816100"/>
            <a:ext cx="342900" cy="342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95800" y="1816100"/>
            <a:ext cx="342900" cy="342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2000" y="7048500"/>
            <a:ext cx="698500" cy="698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908300" y="8153400"/>
            <a:ext cx="93853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750300" y="4356100"/>
            <a:ext cx="81280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387600" y="3467100"/>
            <a:ext cx="6375400" cy="1828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626600" y="3467100"/>
            <a:ext cx="6375400" cy="182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852900" y="3467100"/>
            <a:ext cx="6375400" cy="182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10000"/>
          </a:blip>
          <a:stretch>
            <a:fillRect/>
          </a:stretch>
        </p:blipFill>
        <p:spPr>
          <a:xfrm rot="0">
            <a:off x="2362200" y="6184900"/>
            <a:ext cx="6375400" cy="641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>
            <a:alphaModFix amt="10000"/>
          </a:blip>
          <a:stretch>
            <a:fillRect/>
          </a:stretch>
        </p:blipFill>
        <p:spPr>
          <a:xfrm rot="0">
            <a:off x="9601200" y="6184900"/>
            <a:ext cx="6375400" cy="641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>
            <a:alphaModFix amt="10000"/>
          </a:blip>
          <a:stretch>
            <a:fillRect/>
          </a:stretch>
        </p:blipFill>
        <p:spPr>
          <a:xfrm rot="0">
            <a:off x="16852900" y="6184900"/>
            <a:ext cx="6375400" cy="6413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387600" y="6184900"/>
            <a:ext cx="6375400" cy="6413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601200" y="6184900"/>
            <a:ext cx="6375400" cy="6413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852900" y="6159500"/>
            <a:ext cx="6375400" cy="6438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5118100" y="5740400"/>
            <a:ext cx="927100" cy="50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12344400" y="5740400"/>
            <a:ext cx="927100" cy="50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19583400" y="5740400"/>
            <a:ext cx="927100" cy="508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9900900" y="1790700"/>
            <a:ext cx="2552700" cy="393700"/>
          </a:xfrm>
          <a:prstGeom prst="rect">
            <a:avLst/>
          </a:prstGeom>
        </p:spPr>
        <p:txBody>
          <a:bodyPr anchor="t" rtlCol="false" lIns="0" tIns="28490" rIns="0" bIns="0"/>
          <a:lstStyle/>
          <a:p>
            <a:pPr algn="r" lvl="0">
              <a:lnSpc>
                <a:spcPct val="99600"/>
              </a:lnSpc>
            </a:pPr>
            <a:r>
              <a:rPr lang="en-US" sz="224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MIRI INTELLIGENCE 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43100" y="1460500"/>
            <a:ext cx="31242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 spc="-2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PART 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7900" y="12039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76800" y="1384300"/>
            <a:ext cx="1193800" cy="2006600"/>
          </a:xfrm>
          <a:prstGeom prst="rect">
            <a:avLst/>
          </a:prstGeom>
        </p:spPr>
        <p:txBody>
          <a:bodyPr anchor="t" rtlCol="false" lIns="0" tIns="143430" rIns="0" bIns="0"/>
          <a:lstStyle/>
          <a:p>
            <a:pPr algn="l" lvl="0">
              <a:lnSpc>
                <a:spcPct val="99600"/>
              </a:lnSpc>
            </a:pPr>
            <a:r>
              <a:rPr lang="en-US" sz="11293" b="false" i="false" u="none" strike="noStrike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*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32500" y="1460500"/>
            <a:ext cx="30988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기술스택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7900" y="3835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7900" y="5486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7900" y="71247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7900" y="87630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7900" y="10388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628900" y="4051300"/>
            <a:ext cx="59182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서버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44100" y="4051300"/>
            <a:ext cx="57404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배포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145000" y="4051300"/>
            <a:ext cx="58166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DB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730500" y="7315200"/>
            <a:ext cx="5702300" cy="344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사용한 기술명을 입력해주세요.</a:t>
            </a:r>
          </a:p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해당 페이지는 기술에 대한 </a:t>
            </a:r>
          </a:p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설명을 적는 페이지 입니다. </a:t>
            </a:r>
          </a:p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개발에 사용된 기술을 </a:t>
            </a:r>
          </a:p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설명해 주세요.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44100" y="7315200"/>
            <a:ext cx="5702300" cy="344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사용한 기술명을 입력해주세요.</a:t>
            </a:r>
          </a:p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프로그램 기술 스펙을 </a:t>
            </a:r>
          </a:p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설명해 주세요.</a:t>
            </a:r>
          </a:p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개발에 사용된 기술을 </a:t>
            </a:r>
          </a:p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설명해 주세요.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195800" y="7315200"/>
            <a:ext cx="5702300" cy="204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사용한 기술명을 입력해주세요.</a:t>
            </a:r>
          </a:p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데이터를 위한 기술을 </a:t>
            </a:r>
          </a:p>
          <a:p>
            <a:pPr algn="ctr" lvl="0">
              <a:lnSpc>
                <a:spcPct val="124499"/>
              </a:lnSpc>
            </a:pPr>
            <a:r>
              <a:rPr lang="en-US" sz="366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설명해 주세요.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C07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050000" y="1181100"/>
            <a:ext cx="4191000" cy="1600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4600" y="1181100"/>
            <a:ext cx="17094200" cy="160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79700" y="1816100"/>
            <a:ext cx="342900" cy="34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989300" y="1816100"/>
            <a:ext cx="342900" cy="342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86200" y="1816100"/>
            <a:ext cx="342900" cy="342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95800" y="1816100"/>
            <a:ext cx="342900" cy="342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2000" y="8674100"/>
            <a:ext cx="698500" cy="698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908300" y="8153400"/>
            <a:ext cx="93853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87600" y="3467100"/>
            <a:ext cx="10198100" cy="1498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387600" y="6108700"/>
            <a:ext cx="4889500" cy="1498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030200" y="3467100"/>
            <a:ext cx="10198100" cy="1498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696200" y="6108700"/>
            <a:ext cx="4889500" cy="1498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030200" y="6108700"/>
            <a:ext cx="4889500" cy="1498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338800" y="6108700"/>
            <a:ext cx="4889500" cy="1498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775200" y="5486400"/>
            <a:ext cx="5422900" cy="622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7213600" y="5207000"/>
            <a:ext cx="558800" cy="38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417800" y="5486400"/>
            <a:ext cx="5422900" cy="622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17856200" y="5207000"/>
            <a:ext cx="558800" cy="38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>
            <a:alphaModFix amt="10000"/>
          </a:blip>
          <a:stretch>
            <a:fillRect/>
          </a:stretch>
        </p:blipFill>
        <p:spPr>
          <a:xfrm rot="0">
            <a:off x="2387600" y="7950200"/>
            <a:ext cx="4889500" cy="4787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387600" y="7950200"/>
            <a:ext cx="4889500" cy="4787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>
            <a:alphaModFix amt="10000"/>
          </a:blip>
          <a:stretch>
            <a:fillRect/>
          </a:stretch>
        </p:blipFill>
        <p:spPr>
          <a:xfrm rot="0">
            <a:off x="7696200" y="7950200"/>
            <a:ext cx="4889500" cy="4787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>
            <a:alphaModFix amt="10000"/>
          </a:blip>
          <a:stretch>
            <a:fillRect/>
          </a:stretch>
        </p:blipFill>
        <p:spPr>
          <a:xfrm rot="0">
            <a:off x="13030200" y="7950200"/>
            <a:ext cx="4889500" cy="4787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>
            <a:alphaModFix amt="10000"/>
          </a:blip>
          <a:stretch>
            <a:fillRect/>
          </a:stretch>
        </p:blipFill>
        <p:spPr>
          <a:xfrm rot="0">
            <a:off x="18338800" y="7950200"/>
            <a:ext cx="4889500" cy="4787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696200" y="7950200"/>
            <a:ext cx="4889500" cy="4787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030200" y="7950200"/>
            <a:ext cx="4889500" cy="4787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8338800" y="7950200"/>
            <a:ext cx="4889500" cy="47879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9900900" y="1790700"/>
            <a:ext cx="2552700" cy="393700"/>
          </a:xfrm>
          <a:prstGeom prst="rect">
            <a:avLst/>
          </a:prstGeom>
        </p:spPr>
        <p:txBody>
          <a:bodyPr anchor="t" rtlCol="false" lIns="0" tIns="28490" rIns="0" bIns="0"/>
          <a:lstStyle/>
          <a:p>
            <a:pPr algn="r" lvl="0">
              <a:lnSpc>
                <a:spcPct val="99600"/>
              </a:lnSpc>
            </a:pPr>
            <a:r>
              <a:rPr lang="en-US" sz="224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MIRI INTELLIGENCE 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43100" y="1460500"/>
            <a:ext cx="31242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 spc="-2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PART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7900" y="12039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876800" y="1384300"/>
            <a:ext cx="1193800" cy="2006600"/>
          </a:xfrm>
          <a:prstGeom prst="rect">
            <a:avLst/>
          </a:prstGeom>
        </p:spPr>
        <p:txBody>
          <a:bodyPr anchor="t" rtlCol="false" lIns="0" tIns="143430" rIns="0" bIns="0"/>
          <a:lstStyle/>
          <a:p>
            <a:pPr algn="l" lvl="0">
              <a:lnSpc>
                <a:spcPct val="99600"/>
              </a:lnSpc>
            </a:pPr>
            <a:r>
              <a:rPr lang="en-US" sz="11293" b="false" i="false" u="none" strike="noStrike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*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19800" y="1460500"/>
            <a:ext cx="31115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팀원분담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7900" y="3835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7900" y="5486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7900" y="71247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7900" y="87630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7900" y="10388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705100" y="3873500"/>
            <a:ext cx="95504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Front-end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474700" y="3873500"/>
            <a:ext cx="93218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Back-end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55900" y="6540500"/>
            <a:ext cx="41783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김00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975600" y="6540500"/>
            <a:ext cx="43434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이00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309600" y="6540500"/>
            <a:ext cx="43688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박00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580100" y="6540500"/>
            <a:ext cx="44196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5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최00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959100" y="8572500"/>
            <a:ext cx="3924300" cy="256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· 프로토타입 설계</a:t>
            </a:r>
          </a:p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· 회원가입/로그인</a:t>
            </a:r>
          </a:p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· 실시간 채팅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458200" y="8572500"/>
            <a:ext cx="3517900" cy="346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· 게시판 글 작성</a:t>
            </a:r>
          </a:p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· 게시판 글 열람</a:t>
            </a:r>
          </a:p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· 게시판 글 수정</a:t>
            </a:r>
          </a:p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· 게시판 글 삭제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11200" y="8572500"/>
            <a:ext cx="4305300" cy="256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· 데이터베이스 생성</a:t>
            </a:r>
          </a:p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·  OS 및 네트워크</a:t>
            </a:r>
          </a:p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   설정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884900" y="8572500"/>
            <a:ext cx="3962400" cy="256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· Sever 연결</a:t>
            </a:r>
          </a:p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·  담당파트를 입력</a:t>
            </a:r>
          </a:p>
          <a:p>
            <a:pPr algn="l" lvl="0">
              <a:lnSpc>
                <a:spcPct val="141100"/>
              </a:lnSpc>
            </a:pPr>
            <a:r>
              <a:rPr lang="en-US" sz="4203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   해주세요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C07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050000" y="1181100"/>
            <a:ext cx="4191000" cy="1600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4600" y="1181100"/>
            <a:ext cx="17094200" cy="160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79700" y="1816100"/>
            <a:ext cx="342900" cy="34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989300" y="1816100"/>
            <a:ext cx="342900" cy="342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86200" y="1816100"/>
            <a:ext cx="342900" cy="342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95800" y="1816100"/>
            <a:ext cx="342900" cy="342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2908300" y="8153400"/>
            <a:ext cx="93853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2000" y="10312400"/>
            <a:ext cx="698500" cy="698500"/>
          </a:xfrm>
          <a:prstGeom prst="rect">
            <a:avLst/>
          </a:prstGeom>
        </p:spPr>
      </p:pic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616200" y="3467100"/>
          <a:ext cx="20612100" cy="2057400"/>
        </p:xfrm>
        <a:graphic>
          <a:graphicData uri="http://schemas.openxmlformats.org/drawingml/2006/table">
            <a:tbl>
              <a:tblPr/>
              <a:tblGrid>
                <a:gridCol w="4655204"/>
                <a:gridCol w="3192164"/>
                <a:gridCol w="3192164"/>
                <a:gridCol w="3192164"/>
                <a:gridCol w="3192164"/>
                <a:gridCol w="3192164"/>
              </a:tblGrid>
              <a:tr h="1031744"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573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프로젝트명</a:t>
                      </a:r>
                      <a:endParaRPr lang="en-US" sz="1100"/>
                    </a:p>
                  </a:txBody>
                  <a:tcPr anchor="ctr" marL="25400" marT="92335" marR="25400" marB="92335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9E9E"/>
                    </a:solidFill>
                  </a:tcPr>
                </a:tc>
                <a:tc gridSpan="5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573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개발 일정</a:t>
                      </a:r>
                      <a:endParaRPr lang="en-US" sz="1100"/>
                    </a:p>
                  </a:txBody>
                  <a:tcPr anchor="b" marL="25400" marT="25400" marR="25400" marB="92335">
                    <a:lnL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9E9E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9E9E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9E9E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9E9E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9E9E"/>
                    </a:solidFill>
                  </a:tcPr>
                </a:tc>
              </a:tr>
              <a:tr h="1031744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573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1주차</a:t>
                      </a:r>
                      <a:endParaRPr lang="en-US" sz="1100"/>
                    </a:p>
                  </a:txBody>
                  <a:tcPr anchor="ctr" marL="25400" marT="92335" marR="25400" marB="92335">
                    <a:lnL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56A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573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2주차</a:t>
                      </a:r>
                      <a:endParaRPr lang="en-US" sz="1100"/>
                    </a:p>
                  </a:txBody>
                  <a:tcPr anchor="ctr" marL="25400" marT="92335" marR="25400" marB="92335">
                    <a:lnL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D0A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83000"/>
                        </a:lnSpc>
                        <a:defRPr/>
                      </a:pPr>
                      <a:r>
                        <a:rPr lang="en-US" sz="3573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3주차</a:t>
                      </a:r>
                      <a:endParaRPr lang="en-US" sz="1100"/>
                    </a:p>
                  </a:txBody>
                  <a:tcPr anchor="ctr" marL="25400" marT="116160" marR="25400" marB="116160">
                    <a:lnL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30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83000"/>
                        </a:lnSpc>
                        <a:defRPr/>
                      </a:pPr>
                      <a:r>
                        <a:rPr lang="en-US" sz="3573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4주차</a:t>
                      </a:r>
                      <a:endParaRPr lang="en-US" sz="1100"/>
                    </a:p>
                  </a:txBody>
                  <a:tcPr anchor="ctr" marL="25400" marT="116160" marR="25400" marB="116160">
                    <a:lnL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FF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573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5주차</a:t>
                      </a:r>
                      <a:endParaRPr lang="en-US" sz="1100"/>
                    </a:p>
                  </a:txBody>
                  <a:tcPr anchor="ctr" marL="25400" marT="92335" marR="25400" marB="92335">
                    <a:lnL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73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2616200" y="5626100"/>
          <a:ext cx="20612100" cy="7086600"/>
        </p:xfrm>
        <a:graphic>
          <a:graphicData uri="http://schemas.openxmlformats.org/drawingml/2006/table">
            <a:tbl>
              <a:tblPr/>
              <a:tblGrid>
                <a:gridCol w="4604404"/>
                <a:gridCol w="3202324"/>
                <a:gridCol w="3202324"/>
                <a:gridCol w="3202324"/>
                <a:gridCol w="3202324"/>
                <a:gridCol w="3202324"/>
              </a:tblGrid>
              <a:tr h="177222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439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프로젝트명을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3439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입력해주세요</a:t>
                      </a:r>
                    </a:p>
                  </a:txBody>
                  <a:tcPr anchor="ctr" marL="25400" marT="89838" marR="25400" marB="8983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</a:tr>
              <a:tr h="177222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439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프로젝트명을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3439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입력해주세요</a:t>
                      </a:r>
                    </a:p>
                  </a:txBody>
                  <a:tcPr anchor="ctr" marL="25400" marT="89838" marR="25400" marB="8983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</a:tr>
              <a:tr h="177222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439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프로젝트명을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3439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입력해주세요</a:t>
                      </a:r>
                    </a:p>
                  </a:txBody>
                  <a:tcPr anchor="ctr" marL="25400" marT="89838" marR="25400" marB="8983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</a:tr>
              <a:tr h="177222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439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프로젝트명을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3439" b="false" i="false" u="none" strike="noStrike">
                          <a:solidFill>
                            <a:srgbClr val="FFFFFF"/>
                          </a:solidFill>
                          <a:latin typeface="SF_HailSnow"/>
                          <a:ea typeface="SF_HailSnow"/>
                          <a:cs typeface="SF_HailSnow"/>
                        </a:rPr>
                        <a:t>입력해주세요</a:t>
                      </a:r>
                    </a:p>
                  </a:txBody>
                  <a:tcPr anchor="ctr" marL="25400" marT="89838" marR="25400" marB="8983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47" cmpd="sng" algn="ctr" cap="flat">
                      <a:solidFill>
                        <a:srgbClr val="0C0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41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735"/>
                    </a:solidFill>
                  </a:tcPr>
                </a:tc>
              </a:tr>
            </a:tbl>
          </a:graphicData>
        </a:graphic>
      </p:graphicFrame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229600" y="6032500"/>
            <a:ext cx="6883400" cy="965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512300" y="7835900"/>
            <a:ext cx="6477000" cy="965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188700" y="9575800"/>
            <a:ext cx="11264900" cy="965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229600" y="11366500"/>
            <a:ext cx="4508500" cy="965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437100" y="11366500"/>
            <a:ext cx="5105400" cy="9652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9900900" y="1790700"/>
            <a:ext cx="2552700" cy="393700"/>
          </a:xfrm>
          <a:prstGeom prst="rect">
            <a:avLst/>
          </a:prstGeom>
        </p:spPr>
        <p:txBody>
          <a:bodyPr anchor="t" rtlCol="false" lIns="0" tIns="28490" rIns="0" bIns="0"/>
          <a:lstStyle/>
          <a:p>
            <a:pPr algn="r" lvl="0">
              <a:lnSpc>
                <a:spcPct val="99600"/>
              </a:lnSpc>
            </a:pPr>
            <a:r>
              <a:rPr lang="en-US" sz="224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MIRI INTELLIGENCE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43100" y="1460500"/>
            <a:ext cx="31242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 spc="-2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PART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7900" y="12039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76800" y="1384300"/>
            <a:ext cx="1193800" cy="2006600"/>
          </a:xfrm>
          <a:prstGeom prst="rect">
            <a:avLst/>
          </a:prstGeom>
        </p:spPr>
        <p:txBody>
          <a:bodyPr anchor="t" rtlCol="false" lIns="0" tIns="143430" rIns="0" bIns="0"/>
          <a:lstStyle/>
          <a:p>
            <a:pPr algn="l" lvl="0">
              <a:lnSpc>
                <a:spcPct val="99600"/>
              </a:lnSpc>
            </a:pPr>
            <a:r>
              <a:rPr lang="en-US" sz="11293" b="false" i="false" u="none" strike="noStrike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*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32500" y="1460500"/>
            <a:ext cx="30988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개발일정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7900" y="3835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7900" y="5486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7900" y="71247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7900" y="87630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7900" y="10388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25000" y="6261100"/>
            <a:ext cx="44450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54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상세내용을 입력해주세요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91800" y="8064500"/>
            <a:ext cx="44450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54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상세내용을 입력해주세요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68500" y="9804400"/>
            <a:ext cx="44450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54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상세내용을 입력해주세요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28200" y="11607800"/>
            <a:ext cx="16764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54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상세내용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830800" y="11595100"/>
            <a:ext cx="44450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548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상세내용을 입력해주세요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C07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6800" y="1384300"/>
            <a:ext cx="1193800" cy="2006600"/>
          </a:xfrm>
          <a:prstGeom prst="rect">
            <a:avLst/>
          </a:prstGeom>
        </p:spPr>
        <p:txBody>
          <a:bodyPr anchor="t" rtlCol="false" lIns="0" tIns="143430" rIns="0" bIns="0"/>
          <a:lstStyle/>
          <a:p>
            <a:pPr algn="l" lvl="0">
              <a:lnSpc>
                <a:spcPct val="99600"/>
              </a:lnSpc>
            </a:pPr>
            <a:r>
              <a:rPr lang="en-US" sz="11293" b="false" i="false" u="none" strike="noStrike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*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050000" y="1181100"/>
            <a:ext cx="4191000" cy="160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4600" y="1181100"/>
            <a:ext cx="17094200" cy="160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79700" y="1816100"/>
            <a:ext cx="342900" cy="342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989300" y="1816100"/>
            <a:ext cx="342900" cy="342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86200" y="1816100"/>
            <a:ext cx="342900" cy="342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195800" y="1816100"/>
            <a:ext cx="342900" cy="342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2908300" y="8153400"/>
            <a:ext cx="93853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2000" y="11963400"/>
            <a:ext cx="698500" cy="698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27400" y="3467100"/>
            <a:ext cx="18834100" cy="9194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902200" y="9753600"/>
            <a:ext cx="15684500" cy="2120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584700" y="8890000"/>
            <a:ext cx="16319500" cy="63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38700" y="5715000"/>
            <a:ext cx="15798800" cy="2806700"/>
          </a:xfrm>
          <a:prstGeom prst="rect">
            <a:avLst/>
          </a:prstGeom>
        </p:spPr>
        <p:txBody>
          <a:bodyPr anchor="t" rtlCol="false" lIns="0" tIns="108130" rIns="0" bIns="0"/>
          <a:lstStyle/>
          <a:p>
            <a:pPr algn="ctr" lvl="0">
              <a:lnSpc>
                <a:spcPct val="99600"/>
              </a:lnSpc>
            </a:pPr>
            <a:r>
              <a:rPr lang="en-US" sz="8514" b="false" i="false" u="none" strike="noStrike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프로젝트 관련 궁금한 점을 </a:t>
            </a:r>
          </a:p>
          <a:p>
            <a:pPr algn="ctr" lvl="0">
              <a:lnSpc>
                <a:spcPct val="99600"/>
              </a:lnSpc>
            </a:pPr>
            <a:r>
              <a:rPr lang="en-US" sz="8514" b="false" i="false" u="none" strike="noStrike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자유롭게 질문해주세요!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900900" y="1790700"/>
            <a:ext cx="2552700" cy="393700"/>
          </a:xfrm>
          <a:prstGeom prst="rect">
            <a:avLst/>
          </a:prstGeom>
        </p:spPr>
        <p:txBody>
          <a:bodyPr anchor="t" rtlCol="false" lIns="0" tIns="28490" rIns="0" bIns="0"/>
          <a:lstStyle/>
          <a:p>
            <a:pPr algn="r" lvl="0">
              <a:lnSpc>
                <a:spcPct val="99600"/>
              </a:lnSpc>
            </a:pPr>
            <a:r>
              <a:rPr lang="en-US" sz="224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MIRI INTELLIGENCE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3100" y="1460500"/>
            <a:ext cx="31242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 spc="-2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PART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7900" y="12039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32500" y="1460500"/>
            <a:ext cx="30988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false" i="false" u="none" strike="noStrike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Q&amp;A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7900" y="3835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7900" y="5486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7900" y="71247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7900" y="87630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7900" y="10388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74200" y="10248900"/>
            <a:ext cx="6769100" cy="1130300"/>
          </a:xfrm>
          <a:prstGeom prst="rect">
            <a:avLst/>
          </a:prstGeom>
        </p:spPr>
        <p:txBody>
          <a:bodyPr anchor="t" rtlCol="false" lIns="0" tIns="81072" rIns="0" bIns="0"/>
          <a:lstStyle/>
          <a:p>
            <a:pPr algn="l" lvl="0">
              <a:lnSpc>
                <a:spcPct val="99600"/>
              </a:lnSpc>
            </a:pPr>
            <a:r>
              <a:rPr lang="en-US" sz="6383" b="true" i="false" u="none" strike="noStrike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Ask me Questions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41200" y="3835400"/>
            <a:ext cx="2006600" cy="3733800"/>
          </a:xfrm>
          <a:prstGeom prst="rect">
            <a:avLst/>
          </a:prstGeom>
        </p:spPr>
        <p:txBody>
          <a:bodyPr anchor="t" rtlCol="false" lIns="0" tIns="266673" rIns="0" bIns="0"/>
          <a:lstStyle/>
          <a:p>
            <a:pPr algn="l" lvl="0">
              <a:lnSpc>
                <a:spcPct val="99600"/>
              </a:lnSpc>
            </a:pPr>
            <a:r>
              <a:rPr lang="en-US" sz="20997" b="false" i="false" u="none" strike="noStrike" spc="-3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*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C07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44600" y="1181100"/>
            <a:ext cx="21996400" cy="1270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908300" y="8153400"/>
            <a:ext cx="93853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73300" y="1651000"/>
            <a:ext cx="342900" cy="34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82900" y="1651000"/>
            <a:ext cx="342900" cy="342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492500" y="1651000"/>
            <a:ext cx="342900" cy="342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02100" y="1651000"/>
            <a:ext cx="342900" cy="342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098800" y="5803900"/>
            <a:ext cx="1587500" cy="132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643100" y="4305300"/>
            <a:ext cx="342900" cy="34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290800" y="4305300"/>
            <a:ext cx="342900" cy="342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22110700" y="7543800"/>
            <a:ext cx="6845300" cy="241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22110700" y="8521700"/>
            <a:ext cx="6845300" cy="241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22110700" y="9499600"/>
            <a:ext cx="6845300" cy="241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>
            <a:alphaModFix amt="15000"/>
          </a:blip>
          <a:stretch>
            <a:fillRect/>
          </a:stretch>
        </p:blipFill>
        <p:spPr>
          <a:xfrm rot="-3180000">
            <a:off x="17360900" y="11252200"/>
            <a:ext cx="3302000" cy="2755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372600" y="4013200"/>
            <a:ext cx="39497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372600" y="4787900"/>
            <a:ext cx="3949700" cy="139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984500" y="3454400"/>
            <a:ext cx="5499100" cy="2032000"/>
          </a:xfrm>
          <a:prstGeom prst="rect">
            <a:avLst/>
          </a:prstGeom>
        </p:spPr>
        <p:txBody>
          <a:bodyPr anchor="t" rtlCol="false" lIns="0" tIns="145509" rIns="0" bIns="0"/>
          <a:lstStyle/>
          <a:p>
            <a:pPr algn="l" lvl="0">
              <a:lnSpc>
                <a:spcPct val="99600"/>
              </a:lnSpc>
            </a:pPr>
            <a:r>
              <a:rPr lang="en-US" sz="11457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이곳에는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29200" y="5499100"/>
            <a:ext cx="10274300" cy="2032000"/>
          </a:xfrm>
          <a:prstGeom prst="rect">
            <a:avLst/>
          </a:prstGeom>
        </p:spPr>
        <p:txBody>
          <a:bodyPr anchor="t" rtlCol="false" lIns="0" tIns="145509" rIns="0" bIns="0"/>
          <a:lstStyle/>
          <a:p>
            <a:pPr algn="l" lvl="0">
              <a:lnSpc>
                <a:spcPct val="99600"/>
              </a:lnSpc>
            </a:pPr>
            <a:r>
              <a:rPr lang="en-US" sz="11457" b="false" i="false" u="none" strike="noStrike" spc="-1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발표 마무리 문장을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84900" y="7556500"/>
            <a:ext cx="8039100" cy="2032000"/>
          </a:xfrm>
          <a:prstGeom prst="rect">
            <a:avLst/>
          </a:prstGeom>
        </p:spPr>
        <p:txBody>
          <a:bodyPr anchor="t" rtlCol="false" lIns="0" tIns="145509" rIns="0" bIns="0"/>
          <a:lstStyle/>
          <a:p>
            <a:pPr algn="l" lvl="0">
              <a:lnSpc>
                <a:spcPct val="99600"/>
              </a:lnSpc>
            </a:pPr>
            <a:r>
              <a:rPr lang="en-US" sz="11457" b="false" i="false" u="none" strike="noStrike" spc="-2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입력해주세요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01900" y="5257800"/>
            <a:ext cx="1016000" cy="2616200"/>
          </a:xfrm>
          <a:prstGeom prst="rect">
            <a:avLst/>
          </a:prstGeom>
        </p:spPr>
        <p:txBody>
          <a:bodyPr anchor="t" rtlCol="false" lIns="0" tIns="186652" rIns="0" bIns="0"/>
          <a:lstStyle/>
          <a:p>
            <a:pPr algn="l" lvl="0">
              <a:lnSpc>
                <a:spcPct val="99600"/>
              </a:lnSpc>
            </a:pPr>
            <a:r>
              <a:rPr lang="en-US" sz="14696" b="false" i="false" u="none" strike="noStrike" spc="-200">
                <a:solidFill>
                  <a:srgbClr val="DC56A9"/>
                </a:solidFill>
                <a:latin typeface="SF_HailSnow"/>
                <a:ea typeface="SF_HailSnow"/>
                <a:cs typeface="SF_HailSnow"/>
              </a:rPr>
              <a:t>{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17700" y="7404100"/>
            <a:ext cx="2006600" cy="3733800"/>
          </a:xfrm>
          <a:prstGeom prst="rect">
            <a:avLst/>
          </a:prstGeom>
        </p:spPr>
        <p:txBody>
          <a:bodyPr anchor="t" rtlCol="false" lIns="0" tIns="266673" rIns="0" bIns="0"/>
          <a:lstStyle/>
          <a:p>
            <a:pPr algn="l" lvl="0">
              <a:lnSpc>
                <a:spcPct val="99600"/>
              </a:lnSpc>
            </a:pPr>
            <a:r>
              <a:rPr lang="en-US" sz="20997" b="false" i="false" u="none" strike="noStrike" spc="-300">
                <a:solidFill>
                  <a:srgbClr val="FF630E"/>
                </a:solidFill>
                <a:latin typeface="SF_HailSnow"/>
                <a:ea typeface="SF_HailSnow"/>
                <a:cs typeface="SF_HailSnow"/>
              </a:rPr>
              <a:t>*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84500" y="7556500"/>
            <a:ext cx="2806700" cy="2032000"/>
          </a:xfrm>
          <a:prstGeom prst="rect">
            <a:avLst/>
          </a:prstGeom>
        </p:spPr>
        <p:txBody>
          <a:bodyPr anchor="t" rtlCol="false" lIns="0" tIns="145509" rIns="0" bIns="0"/>
          <a:lstStyle/>
          <a:p>
            <a:pPr algn="l" lvl="0">
              <a:lnSpc>
                <a:spcPct val="99600"/>
              </a:lnSpc>
            </a:pPr>
            <a:r>
              <a:rPr lang="en-US" sz="11457" b="false" i="false" u="none" strike="noStrike" spc="-2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[     ]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14900" y="1587500"/>
            <a:ext cx="3200400" cy="508000"/>
          </a:xfrm>
          <a:prstGeom prst="rect">
            <a:avLst/>
          </a:prstGeom>
        </p:spPr>
        <p:txBody>
          <a:bodyPr anchor="t" rtlCol="false" lIns="0" tIns="36264" rIns="0" bIns="0"/>
          <a:lstStyle/>
          <a:p>
            <a:pPr algn="l" lvl="0">
              <a:lnSpc>
                <a:spcPct val="99600"/>
              </a:lnSpc>
            </a:pPr>
            <a:r>
              <a:rPr lang="en-US" sz="2855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웹 개발을 위한 기획서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900900" y="1625600"/>
            <a:ext cx="2552700" cy="393700"/>
          </a:xfrm>
          <a:prstGeom prst="rect">
            <a:avLst/>
          </a:prstGeom>
        </p:spPr>
        <p:txBody>
          <a:bodyPr anchor="t" rtlCol="false" lIns="0" tIns="28490" rIns="0" bIns="0"/>
          <a:lstStyle/>
          <a:p>
            <a:pPr algn="r" lvl="0">
              <a:lnSpc>
                <a:spcPct val="99600"/>
              </a:lnSpc>
            </a:pPr>
            <a:r>
              <a:rPr lang="en-US" sz="2243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MIRI INTELLIGENCE 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60700" y="10604500"/>
            <a:ext cx="6692900" cy="194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# </a:t>
            </a:r>
            <a:r>
              <a:rPr lang="en-US" sz="3470" b="false" i="false" u="none" strike="noStrike" spc="-100">
                <a:solidFill>
                  <a:srgbClr val="FF630E"/>
                </a:solidFill>
                <a:latin typeface="SF_HailSnow"/>
                <a:ea typeface="SF_HailSnow"/>
                <a:cs typeface="SF_HailSnow"/>
              </a:rPr>
              <a:t>miri intelligence</a:t>
            </a: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 ( )    {</a:t>
            </a:r>
          </a:p>
          <a:p>
            <a:pPr algn="l" lvl="0">
              <a:lnSpc>
                <a:spcPct val="124499"/>
              </a:lnSpc>
            </a:pP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presenter :  = </a:t>
            </a:r>
            <a:r>
              <a:rPr lang="en-US" sz="3470" b="false" i="false" u="none" strike="noStrike" spc="-100">
                <a:solidFill>
                  <a:srgbClr val="41C5FF"/>
                </a:solidFill>
                <a:latin typeface="SF_HailSnow"/>
                <a:ea typeface="SF_HailSnow"/>
                <a:cs typeface="SF_HailSnow"/>
              </a:rPr>
              <a:t>김미리</a:t>
            </a: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 ; / </a:t>
            </a:r>
            <a:r>
              <a:rPr lang="en-US" sz="3470" b="false" i="false" u="none" strike="noStrike" spc="-100">
                <a:solidFill>
                  <a:srgbClr val="43D0AD"/>
                </a:solidFill>
                <a:latin typeface="SF_HailSnow"/>
                <a:ea typeface="SF_HailSnow"/>
                <a:cs typeface="SF_HailSnow"/>
              </a:rPr>
              <a:t>개발팀</a:t>
            </a:r>
          </a:p>
          <a:p>
            <a:pPr algn="l" lvl="0">
              <a:lnSpc>
                <a:spcPct val="124499"/>
              </a:lnSpc>
            </a:pP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 // tel .  </a:t>
            </a:r>
            <a:r>
              <a:rPr lang="en-US" sz="3470" b="false" i="false" u="none" strike="noStrike" spc="-100">
                <a:solidFill>
                  <a:srgbClr val="DC56A9"/>
                </a:solidFill>
                <a:latin typeface="SF_HailSnow"/>
                <a:ea typeface="SF_HailSnow"/>
                <a:cs typeface="SF_HailSnow"/>
              </a:rPr>
              <a:t>010. 0000. 0000</a:t>
            </a:r>
            <a:r>
              <a:rPr lang="en-US" sz="3470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  -  ]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631400" y="-1231900"/>
            <a:ext cx="2527300" cy="6375400"/>
          </a:xfrm>
          <a:prstGeom prst="rect">
            <a:avLst/>
          </a:prstGeom>
        </p:spPr>
        <p:txBody>
          <a:bodyPr anchor="t" rtlCol="false" lIns="0" tIns="454993" rIns="0" bIns="0"/>
          <a:lstStyle/>
          <a:p>
            <a:pPr algn="l" lvl="0">
              <a:lnSpc>
                <a:spcPct val="99600"/>
              </a:lnSpc>
            </a:pPr>
            <a:r>
              <a:rPr lang="en-US" sz="35826" b="false" i="false" u="none" strike="noStrike" spc="-400">
                <a:solidFill>
                  <a:srgbClr val="DC56A9">
                    <a:alpha val="20000"/>
                  </a:srgbClr>
                </a:solidFill>
                <a:latin typeface="SF_HailSnow"/>
                <a:ea typeface="SF_HailSnow"/>
                <a:cs typeface="SF_HailSnow"/>
              </a:rPr>
              <a:t>{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672300" y="3302000"/>
            <a:ext cx="3822700" cy="7099300"/>
          </a:xfrm>
          <a:prstGeom prst="rect">
            <a:avLst/>
          </a:prstGeom>
        </p:spPr>
        <p:txBody>
          <a:bodyPr anchor="t" rtlCol="false" lIns="0" tIns="507146" rIns="0" bIns="0"/>
          <a:lstStyle/>
          <a:p>
            <a:pPr algn="l" lvl="0">
              <a:lnSpc>
                <a:spcPct val="99600"/>
              </a:lnSpc>
            </a:pPr>
            <a:r>
              <a:rPr lang="en-US" sz="39932" b="false" i="false" u="none" strike="noStrike" spc="-500">
                <a:solidFill>
                  <a:srgbClr val="FF630E">
                    <a:alpha val="20000"/>
                  </a:srgbClr>
                </a:solidFill>
                <a:latin typeface="SF_HailSnow"/>
                <a:ea typeface="SF_HailSnow"/>
                <a:cs typeface="SF_HailSnow"/>
              </a:rPr>
              <a:t>*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7900" y="3835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7900" y="54864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7900" y="71247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7900" y="87630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7900" y="12039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7900" y="10388600"/>
            <a:ext cx="419100" cy="685800"/>
          </a:xfrm>
          <a:prstGeom prst="rect">
            <a:avLst/>
          </a:prstGeom>
        </p:spPr>
        <p:txBody>
          <a:bodyPr anchor="t" rtlCol="false" lIns="0" tIns="48636" rIns="0" bIns="0"/>
          <a:lstStyle/>
          <a:p>
            <a:pPr algn="l" lvl="0">
              <a:lnSpc>
                <a:spcPct val="99600"/>
              </a:lnSpc>
            </a:pPr>
            <a:r>
              <a:rPr lang="en-US" sz="3829" b="false" i="false" u="none" strike="noStrike" spc="-100">
                <a:solidFill>
                  <a:srgbClr val="FFFFFF"/>
                </a:solidFill>
                <a:latin typeface="SF_HailSnow"/>
                <a:ea typeface="SF_HailSnow"/>
                <a:cs typeface="SF_HailSnow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